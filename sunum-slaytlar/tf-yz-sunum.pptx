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11012F-588A-AB45-7B2C-7C4820C1E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98E56EC-EC2E-8395-9B00-1AD4965CE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9A0D284-5842-1745-551F-BBB1BFBD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45F63DA-1805-15F0-9AA9-DD164679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FD6659-5EEC-2A83-9450-42850DE2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08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CE0787-B3BA-8886-354D-CA1F6294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8E6002-310F-ED72-0FC8-2A3F28786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7D7783-5AD4-0F7C-5328-D925EF26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392C868-6231-FBCD-E594-8C9964EB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E746AF-9832-14E0-5A3C-025BB580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7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3C3D27-5577-9DAE-7B5C-C81FE2EC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ECE884-6E23-2AA8-D74D-897CF94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827A6F3-A37F-9F64-D1BB-EF20507E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D2CAA0-08F3-EF43-AE68-BEE54CB4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B4A91AB-4D4A-712D-8093-0196814D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997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7038F2-A65E-8E4C-1ACD-EA15E9D2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65D0C6-9B66-A804-F105-EDE4FFD17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915786-D1FA-77FC-7D51-BDC51401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BBCA21C-7016-001F-8FD5-DC460FC0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CC32A3B-C786-67DA-0D73-C1C866F4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42E7FB-6790-42CA-4A15-7D3A43D7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14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478543-B5EE-E463-7927-444E283C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62D16A-39E3-8381-F854-2F6766A1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801D61B-45E8-DAB8-25C1-EC866ED36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6065D9A-99B1-E6CE-D8C3-8F860328B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592EFEF-819C-2702-99AB-348838D30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A6DD22B-458D-C83F-CB0B-831A151F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6BE9062-9429-FD7D-87F4-B858A2FE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307BEBF-CA26-D1BD-5E9E-8DA22CA6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59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8F97A8-83E4-EDF8-6711-1DE2B265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0F69C7B-05D6-8F51-E681-E4799976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6EC5CA5-2113-9437-4B4D-4F87CA82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7B401D2-6505-78D7-C4C3-E3C06EC7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801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9298690-9712-E924-F9E1-58917077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35A6323-F513-B010-EB0B-9A76BBC5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69B4398-7AE6-3B15-70FB-AE7D1222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74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EDF656-027F-FBA4-3973-7BAC4963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AC8373-348C-F06B-66EA-AB47F503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66CD17A-62FB-0C3D-ED32-14DD094A5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594C58E-4779-9C96-7FAE-02B722B7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61C4C51-1FE4-37C8-D8E0-6800268F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173B32F-9712-5484-1B9C-EBB5605C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6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2D6D3B-B045-39DD-ED7A-3FFC0C64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FAF6D23-C232-2CFA-0776-52EC0D5B5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AD33D88-F896-6549-E3E2-179A9C428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85A92BB-A039-AE90-8670-782D356D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0DE3581-7033-ACD5-2549-62C638D1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3D20E02-2648-D6A4-8EBB-FF30BEC3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47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8D703B-C55D-6BFF-332C-29BA54F8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541DCBE-FE2E-B7B8-7D91-0DB004D55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D4EBFAF-FC34-7418-EDC0-8E4D0B8E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D3DBC7F-6AB7-A9C6-92F0-85C138F0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B83061-9ACD-95F1-3C54-613542C3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668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92B93499-BE1E-7111-3325-93EFA0232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4AF02B2-0A83-ECDC-1E71-7E505068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5F5809A-502A-2904-7FD0-449A00FD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61C365-B177-F6B7-550B-4548DD70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264AC1-8AB8-6476-728E-17300A9A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562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11136CF-3D7D-598F-F7AA-6B16E564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23AC95-3FF7-1EEB-2A3D-2B313AC8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612B24-F569-E7FA-1B6E-70AB65F78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59CC78A-D47F-B3F6-97A1-425D3325D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C78728-5F25-E3A5-F454-213CE4309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315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43AF63C-3BB4-3BC4-6729-543735F7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499547" cy="703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7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C094-AFF0-0710-F9B2-1B2A809B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8BD900-8465-02D8-FFC6-285F7F3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9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Özgür Yılmaz | Bilişim Vadisi</dc:creator>
  <cp:lastModifiedBy>Yusuf Özgür Yılmaz | Bilişim Vadisi</cp:lastModifiedBy>
  <cp:revision>1</cp:revision>
  <dcterms:created xsi:type="dcterms:W3CDTF">2026-08-27T12:56:42Z</dcterms:created>
  <dcterms:modified xsi:type="dcterms:W3CDTF">2026-08-27T12:57:20Z</dcterms:modified>
</cp:coreProperties>
</file>